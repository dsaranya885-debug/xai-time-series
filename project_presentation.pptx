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Advanced Time Series Forecasting with Neural Networks and XAI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Implement LSTM/Transformer for complex time series</a:t>
            </a:r>
          </a:p>
          <a:p>
            <a:r>
              <a:t>• Handle non‑stationarity, seasonality, regime shifts</a:t>
            </a:r>
          </a:p>
          <a:p>
            <a:r>
              <a:t>• Use explainable AI (XAI) like SHAP/LIME</a:t>
            </a:r>
          </a:p>
          <a:p>
            <a:r>
              <a:t>• Compare with strong baseline (ARIMA/Prophet)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Tasks to Complete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Acquire or generate multivariate time series dataset</a:t>
            </a:r>
          </a:p>
          <a:p>
            <a:r>
              <a:t>• Preprocess: normalization, missing values, lagged features</a:t>
            </a:r>
          </a:p>
          <a:p>
            <a:r>
              <a:t>• Implement deep learning model (LSTM/Transformer)</a:t>
            </a:r>
          </a:p>
          <a:p>
            <a:r>
              <a:t>• Tune hyperparameters (W&amp;B or manual grid search)</a:t>
            </a:r>
          </a:p>
          <a:p>
            <a:r>
              <a:t>• Apply XAI for interpretability</a:t>
            </a:r>
          </a:p>
          <a:p>
            <a:r>
              <a:t>• Compare with baseline methods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Expected Deliverables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Complete Python implementation (data, DL model, XAI)</a:t>
            </a:r>
          </a:p>
          <a:p>
            <a:r>
              <a:t>• Technical report with data characteristics &amp; results</a:t>
            </a:r>
          </a:p>
          <a:p>
            <a:r>
              <a:t>• Comparison between DL and baseline models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